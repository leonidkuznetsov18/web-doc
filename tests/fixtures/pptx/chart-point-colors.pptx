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</c:v>
                </c:pt>
              </c:strCache>
            </c:strRef>
          </c:tx>
          <c:spPr>
            <a:solidFill>
              <a:srgbClr val="EA5B4F"/>
            </a:solidFill>
          </c:spPr>
          <c:dPt>
            <c:idx val="0"/>
            <c:spPr>
              <a:solidFill>
                <a:srgbClr val="6B6B7B"/>
              </a:solidFill>
            </c:spPr>
          </c:dPt>
          <c:dPt>
            <c:idx val="1"/>
            <c:spPr>
              <a:solidFill>
                <a:srgbClr val="6B6B7B"/>
              </a:solidFill>
            </c:spPr>
          </c:dPt>
          <c:dPt>
            <c:idx val="2"/>
            <c:spPr>
              <a:solidFill>
                <a:srgbClr val="6B6B7B"/>
              </a:solidFill>
            </c:spPr>
          </c:dPt>
          <c:cat>
            <c:strRef>
              <c:f>Sheet1!$A$2:$A$5</c:f>
              <c:strCache>
                <c:ptCount val="4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  <c:pt idx="3">
                  <c:v>Category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0.75</c:v>
                </c:pt>
                <c:pt idx="2">
                  <c:v>1.08</c:v>
                </c:pt>
                <c:pt idx="3">
                  <c:v>2.35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numFmt formatCode="General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</c:v>
                </c:pt>
              </c:strCache>
            </c:strRef>
          </c:tx>
          <c:spPr>
            <a:solidFill>
              <a:srgbClr val="EA5B4F"/>
            </a:solidFill>
          </c:spPr>
          <c:dPt>
            <c:idx val="0"/>
            <c:spPr>
              <a:solidFill>
                <a:srgbClr val="6B6B7B"/>
              </a:solidFill>
            </c:spPr>
          </c:dPt>
          <c:dPt>
            <c:idx val="1"/>
            <c:spPr>
              <a:solidFill>
                <a:srgbClr val="6B6B7B"/>
              </a:solidFill>
            </c:spPr>
          </c:dPt>
          <c:dPt>
            <c:idx val="2"/>
            <c:spPr>
              <a:solidFill>
                <a:srgbClr val="6B6B7B"/>
              </a:solidFill>
            </c:spPr>
          </c:dPt>
          <c:cat>
            <c:strRef>
              <c:f>Sheet1!$A$2:$A$5</c:f>
              <c:strCache>
                <c:ptCount val="4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  <c:pt idx="3">
                  <c:v>Category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0.75</c:v>
                </c:pt>
                <c:pt idx="2">
                  <c:v>1.08</c:v>
                </c:pt>
                <c:pt idx="3">
                  <c:v>2.35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numFmt formatCode="General" sourceLinked="0"/>
        <c:majorTickMark val="out"/>
        <c:minorTickMark val="none"/>
        <c:tickLblPos val="nextTo"/>
        <c:crossAx val="-2068027336"/>
        <c:crosses val="autoZero"/>
        <c:majorUnit val="0.75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 colors and numeric axis regression</dc:title>
  <dc:subject/>
  <dc:creator>web-doc regression tests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